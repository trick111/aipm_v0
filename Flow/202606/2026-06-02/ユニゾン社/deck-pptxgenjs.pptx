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で PowerPoint を作る 3 方法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 PC のデータを参照しながら Claude Code 上でスライドを生成する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候補: python-pptx / pptxGenJs / Marp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共通入力 Markdown を 1 本 (この deck.md) → 3 方法で同一内容を pptx 化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比較軸: 入力形式 / 出力品質 / テンプレ流用性 / ブランドカラー指定 / 編集性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方法A: python-pptx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入力: Python コード + 空テンプレ.pptx (Anthropic Cream 等)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処理: pptx の中身 (Open XML) を Python オブジェクトとして読み書き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出力: 編集可能 .pptx (PowerPoint で再編集 OK)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向く: コーポレートテンプレ流用、データ駆動の量産、表/グラフ多用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向かない: ドラフトを即時に投影したいとき、レイアウト微調整の試行錯誤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方法B: pptxGenJs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入力: JavaScript / Node コード (オブジェクト記述)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処理: JS オブジェクトを pptxGenJs ライブラリが pptx にシリアライズ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出力: 編集可能 .pptx (PowerPoint で再編集 OK)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向く: Web アプリからの動的生成、JS エコシステム前提のチーム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向かない: 既存 PowerPoint テンプレを忠実に流用したいとき (テンプレ読込弱め)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方法C: Marp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入力: Markdown 1 本 (フロントマター + `---` 区切り)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処理: Markdown を Marp CLI が解析 → HTML/CSS → 各形式に変換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出力: PDF / HTML / .pptx (既定は画像化、`--pptx-editable` で編集可)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向く: 速さ重視、Git 管理、Markdown ドラフトをそのまま投影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向かない: PowerPoint で細かく後編集する用途、複雑なレイアウト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比較表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493776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観点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7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python-pptx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7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pptxGenJs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7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Marp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785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入力形式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Python + テンプレ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JS オブジェクト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Markdown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出力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編集可 .pptx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編集可 .pptx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画像化/編集可 .pptx, PDF, HTML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テンプレ流用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(既存pptx読込)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(マスター定義)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(CSS)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ブランドカラー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(テンプレ + コード)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(コード)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(CSS)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PowerPointでの後編集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(画像化時は不可)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学習コスト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ローカル参照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日本語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○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(CSS で Noto Sans JP)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D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推奨ユースケース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会社テンプレ忠実再現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Webアプリ連携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速いドラフト/技術資料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で PowerPoint を作る 3 方法</dc:title>
  <dc:subject>PptxGenJS Presentation</dc:subject>
  <dc:creator>ユニゾン社向け検証</dc:creator>
  <cp:lastModifiedBy>ユニゾン社向け検証</cp:lastModifiedBy>
  <cp:revision>1</cp:revision>
  <dcterms:created xsi:type="dcterms:W3CDTF">2026-06-02T03:09:26Z</dcterms:created>
  <dcterms:modified xsi:type="dcterms:W3CDTF">2026-06-02T03:09:26Z</dcterms:modified>
</cp:coreProperties>
</file>